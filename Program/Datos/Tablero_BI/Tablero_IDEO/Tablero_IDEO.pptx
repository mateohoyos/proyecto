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yy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Potencia (kva)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Numero De Racks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Corriente AC</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Voltaje  AC</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Factor de potencia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Potencia Reactiva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Potencia aparente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Potencia activa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Potencia aparente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Corriente AC</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Voltaje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Temperatura Sala 1</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Temperatura Sala 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Potencia aparente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Rectificador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Potencia aparente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Fuente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Posición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Potencia aparente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Label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Listado Posición Libre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Potencia aparente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b2307d85-e526-4cca-822b-4cf2939fd463?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a98b07a169d14763" /><Relationship Type="http://schemas.openxmlformats.org/officeDocument/2006/relationships/slideLayout" Target="/ppt/slideLayouts/slideLayout8.xml" Id="R1992c51c1b5349bb" /><Relationship Type="http://schemas.openxmlformats.org/officeDocument/2006/relationships/hyperlink" Target="https://app.powerbi.com/groups/me/reports/b2307d85-e526-4cca-822b-4cf2939fd463/?pbi_source=PowerPoint" TargetMode="External" Id="RelId0" /><Relationship Type="http://schemas.openxmlformats.org/officeDocument/2006/relationships/image" Target="/ppt/media/image4.png" Id="imgId173147114"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81e81bd8c30d4c53" /><Relationship Type="http://schemas.openxmlformats.org/officeDocument/2006/relationships/slideLayout" Target="/ppt/slideLayouts/slideLayout8.xml" Id="R0bd442e554d948d4" /><Relationship Type="http://schemas.openxmlformats.org/officeDocument/2006/relationships/hyperlink" Target="https://app.powerbi.com/groups/me/reports/b2307d85-e526-4cca-822b-4cf2939fd463/?pbi_source=PowerPoint" TargetMode="External" Id="RelId1" /><Relationship Type="http://schemas.openxmlformats.org/officeDocument/2006/relationships/image" Target="/ppt/media/image5.png" Id="imgId173147115"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13d9d0555750407d" /><Relationship Type="http://schemas.openxmlformats.org/officeDocument/2006/relationships/slideLayout" Target="/ppt/slideLayouts/slideLayout8.xml" Id="Rea2449d1df884a4f" /><Relationship Type="http://schemas.openxmlformats.org/officeDocument/2006/relationships/hyperlink" Target="https://app.powerbi.com/groups/me/reports/b2307d85-e526-4cca-822b-4cf2939fd463/?pbi_source=PowerPoint" TargetMode="External" Id="RelId2" /><Relationship Type="http://schemas.openxmlformats.org/officeDocument/2006/relationships/image" Target="/ppt/media/image6.png" Id="imgId173147116"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972a67b3776f491d" /><Relationship Type="http://schemas.openxmlformats.org/officeDocument/2006/relationships/slideLayout" Target="/ppt/slideLayouts/slideLayout8.xml" Id="R01b4b825a93044f2" /><Relationship Type="http://schemas.openxmlformats.org/officeDocument/2006/relationships/hyperlink" Target="https://app.powerbi.com/groups/me/reports/b2307d85-e526-4cca-822b-4cf2939fd463/?pbi_source=PowerPoint" TargetMode="External" Id="RelId3" /><Relationship Type="http://schemas.openxmlformats.org/officeDocument/2006/relationships/image" Target="/ppt/media/image7.png" Id="imgId173147117"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5e743aa14f6f41d4" /><Relationship Type="http://schemas.openxmlformats.org/officeDocument/2006/relationships/slideLayout" Target="/ppt/slideLayouts/slideLayout8.xml" Id="R362c148dfdff4046" /><Relationship Type="http://schemas.openxmlformats.org/officeDocument/2006/relationships/hyperlink" Target="https://app.powerbi.com/groups/me/reports/b2307d85-e526-4cca-822b-4cf2939fd463/?pbi_source=PowerPoint" TargetMode="External" Id="RelId4" /><Relationship Type="http://schemas.openxmlformats.org/officeDocument/2006/relationships/image" Target="/ppt/media/image8.png" Id="imgId173147118"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2c427c9207b5465b" /><Relationship Type="http://schemas.openxmlformats.org/officeDocument/2006/relationships/slideLayout" Target="/ppt/slideLayouts/slideLayout8.xml" Id="R8ed3a50321004648" /><Relationship Type="http://schemas.openxmlformats.org/officeDocument/2006/relationships/hyperlink" Target="https://app.powerbi.com/groups/me/reports/b2307d85-e526-4cca-822b-4cf2939fd463/?pbi_source=PowerPoint" TargetMode="External" Id="RelId5" /><Relationship Type="http://schemas.openxmlformats.org/officeDocument/2006/relationships/image" Target="/ppt/media/image9.png" Id="imgId173147119"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Tablero_IDEO</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9/3/2026 16:12:11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6/3/2026 15:58:59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image ,shape ,image ,card ,card ,card ,card ,card ,yy ,image ,image ,image ,image ,shape ,Potencia (kva) ,shape ,Numero De Racks ,pageNavigator.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7314711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Inicio</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Corriente AC ,Voltaje  AC ,Factor de potencia ,Potencia Reactiva ,Potencia aparente ,Potencia activa ,image ,image ,textbox ,image ,Potencia aparente ,pageNavigator.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7314711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TR</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Corriente AC ,Voltaje ,Temperatura Sala 1 ,Temperatura Sala 2 ,image ,textbox ,image ,image ,Potencia aparente ,pageNavigator.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7314711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ML</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Rectificador ,card ,card ,card ,card ,image ,image ,image ,textbox ,Potencia aparente ,pageNavigator.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7314711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Rect</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card ,card ,advancedSlicerVisual ,Fuente ,Posición ,card ,card ,image ,image ,image ,Potencia aparente ,pageNavigator.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7314711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PDBs</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slicer ,Label ,Listado Posición Libre ,card ,card ,actionButton ,actionButton ,image ,image ,image ,textbox ,Potencia aparente ,pageNavigator.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7314711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Racks</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